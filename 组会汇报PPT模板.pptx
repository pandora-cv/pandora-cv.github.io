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11089694" r:id="rId3"/>
    <p:sldId id="11089723" r:id="rId5"/>
    <p:sldId id="11089721" r:id="rId6"/>
    <p:sldId id="11089722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朱 尊杰" initials="朱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3488"/>
    <a:srgbClr val="002060"/>
    <a:srgbClr val="003B90"/>
    <a:srgbClr val="C00000"/>
    <a:srgbClr val="095085"/>
    <a:srgbClr val="E3AD6B"/>
    <a:srgbClr val="6F6F6F"/>
    <a:srgbClr val="024C89"/>
    <a:srgbClr val="073387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81864" autoAdjust="0"/>
  </p:normalViewPr>
  <p:slideViewPr>
    <p:cSldViewPr snapToGrid="0" showGuides="1">
      <p:cViewPr varScale="1">
        <p:scale>
          <a:sx n="70" d="100"/>
          <a:sy n="70" d="100"/>
        </p:scale>
        <p:origin x="1186" y="48"/>
      </p:cViewPr>
      <p:guideLst>
        <p:guide orient="horz" pos="2160"/>
        <p:guide pos="37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3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097F3-FEA5-4EDB-8401-6EC9B11302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149B0-23DC-41ED-9523-2775EC9FF1A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EF05C0-FA3B-40FE-B163-914B780ACD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EF05C0-FA3B-40FE-B163-914B780ACD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EF05C0-FA3B-40FE-B163-914B780ACD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350" y="6751"/>
            <a:ext cx="10301468" cy="97709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64" y="71719"/>
            <a:ext cx="3445059" cy="8346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350" y="6751"/>
            <a:ext cx="10301468" cy="97709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64" y="71719"/>
            <a:ext cx="3445059" cy="8346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350" y="6751"/>
            <a:ext cx="10301468" cy="97709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64" y="71719"/>
            <a:ext cx="3445059" cy="8346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350" y="6751"/>
            <a:ext cx="10301468" cy="97709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64" y="71719"/>
            <a:ext cx="3445059" cy="8346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350" y="6751"/>
            <a:ext cx="10301468" cy="977096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64" y="71719"/>
            <a:ext cx="3445059" cy="8346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DA549-E540-4872-A964-7AAB9A5434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8581A-9071-4565-8C75-32F1F5C227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microsoft.com/office/2007/relationships/hdphoto" Target="../media/image6.wdp"/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-1" y="316579"/>
            <a:ext cx="12192000" cy="53886"/>
          </a:xfrm>
          <a:prstGeom prst="rect">
            <a:avLst/>
          </a:prstGeom>
        </p:spPr>
      </p:pic>
      <p:pic>
        <p:nvPicPr>
          <p:cNvPr id="3" name="picture 2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4043771"/>
            <a:ext cx="12192000" cy="53886"/>
          </a:xfrm>
          <a:prstGeom prst="rect">
            <a:avLst/>
          </a:prstGeom>
        </p:spPr>
      </p:pic>
      <p:pic>
        <p:nvPicPr>
          <p:cNvPr id="4" name="picture 2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33349" y="4456417"/>
            <a:ext cx="60236" cy="200868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52000" y="5092241"/>
            <a:ext cx="2579127" cy="640080"/>
            <a:chOff x="716280" y="4858283"/>
            <a:chExt cx="2579127" cy="640080"/>
          </a:xfrm>
        </p:grpSpPr>
        <p:sp>
          <p:nvSpPr>
            <p:cNvPr id="6" name="椭圆 5"/>
            <p:cNvSpPr/>
            <p:nvPr/>
          </p:nvSpPr>
          <p:spPr>
            <a:xfrm>
              <a:off x="716280" y="4858283"/>
              <a:ext cx="640080" cy="6400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endPara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1362629" y="4858283"/>
              <a:ext cx="640080" cy="6400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endPara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008978" y="4858283"/>
              <a:ext cx="640080" cy="6400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endPara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655327" y="4858283"/>
              <a:ext cx="640080" cy="64008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4</a:t>
              </a:r>
              <a:endPara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4" y="392901"/>
            <a:ext cx="12033231" cy="362843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196080" y="4655185"/>
            <a:ext cx="6231255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sz="6000" b="1" spc="600" dirty="0">
                <a:solidFill>
                  <a:srgbClr val="51585C"/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Yuppy SC" panose="020F0603040207020204" pitchFamily="34" charset="-122"/>
              </a:rPr>
              <a:t>研究方向：</a:t>
            </a:r>
            <a:r>
              <a:rPr kumimoji="1" lang="en-US" altLang="zh-CN" sz="6000" b="1" spc="600" dirty="0">
                <a:solidFill>
                  <a:srgbClr val="51585C"/>
                </a:solidFill>
                <a:latin typeface="Yuanti SC" panose="02010600040101010101" pitchFamily="2" charset="-122"/>
                <a:ea typeface="Yuanti SC" panose="02010600040101010101" pitchFamily="2" charset="-122"/>
                <a:cs typeface="Yuppy SC" panose="020F0603040207020204" pitchFamily="34" charset="-122"/>
              </a:rPr>
              <a:t>XXXX</a:t>
            </a:r>
            <a:endParaRPr kumimoji="1" lang="en-US" altLang="zh-CN" sz="6000" b="1" spc="600" dirty="0">
              <a:solidFill>
                <a:srgbClr val="51585C"/>
              </a:solidFill>
              <a:latin typeface="Yuanti SC" panose="02010600040101010101" pitchFamily="2" charset="-122"/>
              <a:ea typeface="Yuanti SC" panose="02010600040101010101" pitchFamily="2" charset="-122"/>
              <a:cs typeface="Yuppy SC" panose="020F0603040207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0" contrast="-7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34" y="585679"/>
            <a:ext cx="4457786" cy="1080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335145" y="5721350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汇报人：</a:t>
            </a:r>
            <a:r>
              <a:rPr lang="en-US" altLang="zh-CN" sz="2800"/>
              <a:t>XXX</a:t>
            </a:r>
            <a:endParaRPr lang="en-US" altLang="zh-CN" sz="2800"/>
          </a:p>
          <a:p>
            <a:r>
              <a:rPr lang="en-US" altLang="zh-CN" sz="2800"/>
              <a:t>2024.xx.xx</a:t>
            </a:r>
            <a:endParaRPr lang="en-US" altLang="zh-CN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354000"/>
            <a:ext cx="12195175" cy="504000"/>
          </a:xfrm>
          <a:prstGeom prst="rect">
            <a:avLst/>
          </a:prstGeom>
          <a:solidFill>
            <a:srgbClr val="0F2A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-3175" y="-3410"/>
            <a:ext cx="12195175" cy="97709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 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上周工作计划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完成度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预计完成时间</a:t>
            </a:r>
            <a:endParaRPr lang="zh-CN" altLang="en-US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64" y="71719"/>
            <a:ext cx="3445059" cy="834644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44525" y="1375410"/>
          <a:ext cx="11029950" cy="315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155"/>
                <a:gridCol w="6369050"/>
                <a:gridCol w="1435735"/>
                <a:gridCol w="2112010"/>
              </a:tblGrid>
              <a:tr h="5251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序号</a:t>
                      </a: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上周计划</a:t>
                      </a: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是否完成</a:t>
                      </a: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预计完成时间</a:t>
                      </a: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251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251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251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2514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2514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354000"/>
            <a:ext cx="12195175" cy="504000"/>
          </a:xfrm>
          <a:prstGeom prst="rect">
            <a:avLst/>
          </a:prstGeom>
          <a:solidFill>
            <a:srgbClr val="0F2A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-3175" y="-3410"/>
            <a:ext cx="12195175" cy="97709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本周工作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64" y="71719"/>
            <a:ext cx="3445059" cy="83464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0391" y="1085221"/>
            <a:ext cx="11125080" cy="378460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  <a:buFont typeface="+mj-ea"/>
              <a:buNone/>
            </a:pPr>
            <a:r>
              <a:rPr kumimoji="1" lang="en-US" altLang="zh-CN" sz="3200" b="1" spc="-9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2.1 </a:t>
            </a:r>
            <a:r>
              <a:rPr kumimoji="1" lang="zh-CN" altLang="en-US" sz="3200" b="1" spc="-9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本周工作的内容</a:t>
            </a:r>
            <a:endParaRPr kumimoji="1" lang="zh-CN" altLang="en-US" sz="3200" b="1" spc="-9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Font typeface="+mj-ea"/>
              <a:buNone/>
            </a:pPr>
            <a:endParaRPr kumimoji="1" lang="zh-CN" altLang="en-US" sz="3200" b="1" spc="-9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Font typeface="+mj-ea"/>
              <a:buNone/>
            </a:pPr>
            <a:r>
              <a:rPr kumimoji="1" lang="en-US" altLang="zh-CN" sz="3200" b="1" spc="-9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2.2 </a:t>
            </a:r>
            <a:r>
              <a:rPr kumimoji="1" lang="zh-CN" altLang="en-US" sz="3200" b="1" spc="-9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遇到的问题</a:t>
            </a:r>
            <a:endParaRPr kumimoji="1" lang="zh-CN" altLang="en-US" sz="3200" b="1" spc="-9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Font typeface="+mj-ea"/>
              <a:buNone/>
            </a:pPr>
            <a:endParaRPr kumimoji="1" lang="zh-CN" altLang="en-US" sz="3200" b="1" spc="-9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  <a:p>
            <a:pPr indent="0" algn="just" fontAlgn="auto">
              <a:lnSpc>
                <a:spcPct val="150000"/>
              </a:lnSpc>
              <a:buFont typeface="+mj-ea"/>
              <a:buNone/>
            </a:pPr>
            <a:r>
              <a:rPr kumimoji="1" lang="en-US" altLang="zh-CN" sz="3200" b="1" spc="-9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2.3 </a:t>
            </a:r>
            <a:r>
              <a:rPr kumimoji="1" lang="zh-CN" altLang="en-US" sz="3200" b="1" spc="-90" dirty="0">
                <a:solidFill>
                  <a:schemeClr val="tx1">
                    <a:alpha val="10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收获和启发</a:t>
            </a:r>
            <a:endParaRPr kumimoji="1" lang="zh-CN" altLang="en-US" sz="3200" b="1" spc="-90" dirty="0">
              <a:solidFill>
                <a:schemeClr val="tx1">
                  <a:alpha val="10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6354000"/>
            <a:ext cx="12195175" cy="504000"/>
          </a:xfrm>
          <a:prstGeom prst="rect">
            <a:avLst/>
          </a:prstGeom>
          <a:solidFill>
            <a:srgbClr val="0F2A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-3175" y="-3410"/>
            <a:ext cx="12195175" cy="97709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3</a:t>
            </a: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下周工作计划</a:t>
            </a:r>
            <a:endParaRPr lang="en-US" alt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364" y="71719"/>
            <a:ext cx="3445059" cy="834644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820420" y="1375410"/>
          <a:ext cx="10292080" cy="310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615"/>
                <a:gridCol w="8800465"/>
              </a:tblGrid>
              <a:tr h="517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序号</a:t>
                      </a: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下周计划</a:t>
                      </a: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17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17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17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1752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  <a:tr h="51752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 b="1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40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8*165"/>
  <p:tag name="TABLE_ENDDRAG_RECT" val="52*139*868*165"/>
</p:tagLst>
</file>

<file path=ppt/tags/tag2.xml><?xml version="1.0" encoding="utf-8"?>
<p:tagLst xmlns:p="http://schemas.openxmlformats.org/presentationml/2006/main">
  <p:tag name="TABLE_ENDDRAG_ORIGIN_RECT" val="810*244"/>
  <p:tag name="TABLE_ENDDRAG_RECT" val="50*108*810*244"/>
  <p:tag name="KSO_WM_BEAUTIFY_FLAG" val=""/>
</p:tagLst>
</file>

<file path=ppt/tags/tag3.xml><?xml version="1.0" encoding="utf-8"?>
<p:tagLst xmlns:p="http://schemas.openxmlformats.org/presentationml/2006/main">
  <p:tag name="KSO_WPP_MARK_KEY" val="7ba5a722-2b46-430e-9ae5-b48877b7996e"/>
  <p:tag name="COMMONDATA" val="eyJjb3VudCI6OSwiaGRpZCI6ImU3M2FhZDk4ZTIxOWVkZmZhZjQ3Yjk0MTViZGQ5N2E4IiwidXNlckNvdW50IjoxfQ=="/>
  <p:tag name="commondata" val="eyJjb3VudCI6MTAsImhkaWQiOiIzMTA1Mzk3NjAwNGMzOTBlNWRmNjY4OTAwYjE0ZTQ5NSIsInVzZXJDb3VudCI6MX0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j2udr4d">
      <a:majorFont>
        <a:latin typeface="Century Gothic"/>
        <a:ea typeface="思源黑体 CN Bold"/>
        <a:cs typeface=""/>
      </a:majorFont>
      <a:minorFont>
        <a:latin typeface="Century Gothic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vert="horz" wrap="square" lIns="0" tIns="0" rIns="0" bIns="0"/>
      <a:lstStyle>
        <a:defPPr algn="l">
          <a:defRPr sz="2400" b="1" dirty="0" smtClean="0"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49</Paragraphs>
  <Slides>4</Slides>
  <Notes>27</Notes>
  <HiddenSlides>0</HiddenSlides>
  <MMClips>4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黑体</vt:lpstr>
      <vt:lpstr>Times New Roman</vt:lpstr>
      <vt:lpstr>Yuanti SC</vt:lpstr>
      <vt:lpstr>Yuppy SC</vt:lpstr>
      <vt:lpstr>等线</vt:lpstr>
      <vt:lpstr>思源黑体 CN Bold</vt:lpstr>
      <vt:lpstr>Century Gothic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</dc:creator>
  <cp:lastModifiedBy>hxu</cp:lastModifiedBy>
  <cp:revision>987</cp:revision>
  <dcterms:created xsi:type="dcterms:W3CDTF">2020-08-02T06:58:00Z</dcterms:created>
  <dcterms:modified xsi:type="dcterms:W3CDTF">2024-10-17T07:17:18Z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KSOTemplateUUID">
    <vt:lpwstr>v1.0_mb_LgzlWYcGsstxDoHdcPcWow==</vt:lpwstr>
  </property>
  <property fmtid="{D5CDD505-2E9C-101B-9397-08002B2CF9AE}" pid="4" name="ICV">
    <vt:lpwstr>A70BA5F3DE2547D6A59CABA28A98F6CF_13</vt:lpwstr>
  </property>
</Properties>
</file>